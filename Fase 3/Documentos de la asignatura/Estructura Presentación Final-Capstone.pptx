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TyOo2vsYj/l5/T6XaK7MREa19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994B20-FE9D-48D5-9BE8-3733388F25DC}">
  <a:tblStyle styleId="{CF994B20-FE9D-48D5-9BE8-3733388F25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184d2ee4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184d2ee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Final Capstone</a:t>
            </a:r>
            <a:br>
              <a:rPr lang="es-CL"/>
            </a:br>
            <a:r>
              <a:rPr lang="es-CL" sz="3200"/>
              <a:t>“DuocOfCourse”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5" y="1382422"/>
            <a:ext cx="6781053" cy="4722442"/>
            <a:chOff x="-1" y="0"/>
            <a:chExt cx="6781053" cy="3694892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Nicolás Canales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Cargo: 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Documentación,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desarrollo y creación de pruebas</a:t>
              </a: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Gamboa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: Desarrollador Backend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Documentación, d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esarrollo y testeo.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1" y="2348489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49" y="2348492"/>
              <a:ext cx="5318100" cy="13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Guajardo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Desarrollador Frontend/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</a:t>
              </a: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Documentación, desarrollo y testeo</a:t>
              </a: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90599" y="2169769"/>
            <a:ext cx="4254501" cy="337378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Creciente necesidad de modernizar y digitalizar el aprendizaje debido al aumento de la demanda de modalidades de educación a distancia.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 estudiantes no tienen una plataforma accesible para realizar cursos adicionales, lo que limita su desarrollo profesional y las oportunidades para mejorar su empleabilidad.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684975" y="1944601"/>
            <a:ext cx="4399200" cy="40698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plataformas que se comunican entre sí mediante una base de datos compartida, una página web destinada a dos tipos de usuarios: los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quienes suben cursos y califican a los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que estos realicen los cursos que tomen y realicen exámenes, así obteniendo sus certificaciones las cuales se enviarán sus correos. Y una aplicación de escritorio para que los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administradores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gestionen a los usuarios de ambas plataformas.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893097" cy="4864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614515" y="2040571"/>
            <a:ext cx="10962967" cy="138842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educativa interactiva y gratuita para los estudiantes y docentes de Duoc UC, que facilite la gestión de cursos en línea, la evaluación del rendimiento académico y la emisión de certificados, mejorando así la experiencia educativa y promoviendo el aprendizaje autónomo.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9916" y="45673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aplicación web funcional y segura para docentes y estudiantes que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crear, gestionar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evaluar cursos, exámenes y certificados, mientras que proporciona una interfaz intuitiva para los estudiantes, permitiéndoles inscribirse, realizar actividades y seguir su progreso en tiempo real. Además de una aplicación de escritorio donde administradores pueden ingresar mediante sus cuentas y gestionar, crear y modificar usuarios de ambas aplicaciones.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96850" y="383842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y Limitaciones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914374" y="2337900"/>
            <a:ext cx="4981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Iniciar y cerrar sesión.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propio de usuarios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 cursos: Crear, borrar, modificar, finalizar.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Crear exámenes dentro del curso.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Enviar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correo electrónico.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Crear documento: notas en XLS.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Reemplazar las plataformas educativas de Duoc UC.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Notificar por celular.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914375" y="1932400"/>
            <a:ext cx="45381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DuocOfCourse</a:t>
            </a:r>
            <a:endParaRPr b="1" sz="2400"/>
          </a:p>
        </p:txBody>
      </p:sp>
      <p:sp>
        <p:nvSpPr>
          <p:cNvPr id="124" name="Google Shape;124;p5"/>
          <p:cNvSpPr txBox="1"/>
          <p:nvPr/>
        </p:nvSpPr>
        <p:spPr>
          <a:xfrm>
            <a:off x="6344474" y="2337900"/>
            <a:ext cx="4981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niciar y cerrar sesión.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 </a:t>
            </a: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usuarios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 Ver, Agregar y Modificar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Recuperar contraseña.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Enviar correo eletrónico.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Reemplazar las plataformas educativas de Duoc UC.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Notificar por celular.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Registro propio de usuarios.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6344475" y="1932400"/>
            <a:ext cx="45381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DuocOfCourseAdmin</a:t>
            </a:r>
            <a:endParaRPr b="1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41425" y="2411550"/>
            <a:ext cx="3291600" cy="407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Registrarse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Iniciar sesión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Cerrar sesión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Ver y gestionar cursos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Subir curso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Modificar información del curso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Crear examen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Informe de notas XLS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Certificado de curso PDF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Recuperar contraseña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Creación de examen final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Explorar cursos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Ver cursos tomados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717600" y="2411550"/>
            <a:ext cx="3291600" cy="407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Iniciar sesión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Cerrar sesión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Crear usuarios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Modificar usuarios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Recuperar contraseña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987225" y="1893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DuocOfCourse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7863400" y="18937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DuocOfCourseAdmin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41425" y="2411550"/>
            <a:ext cx="3291600" cy="132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Validación de campos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Formato calificación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Formato progreso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717600" y="2411550"/>
            <a:ext cx="3291600" cy="72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latin typeface="Calibri"/>
                <a:ea typeface="Calibri"/>
                <a:cs typeface="Calibri"/>
                <a:sym typeface="Calibri"/>
              </a:rPr>
              <a:t>Validación de campos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987225" y="1893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DuocOfCourse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7863400" y="18937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DuocOfCourseAdmin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pic>
        <p:nvPicPr>
          <p:cNvPr id="149" name="Google Shape;149;p9" title="Diagrama casos de uso Duoc OfCourseAdmi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75" y="3164450"/>
            <a:ext cx="4599775" cy="35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 title="Diagrama casos de uso Duoc OfCours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5950" y="946275"/>
            <a:ext cx="7017226" cy="581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8" title="modelorelacio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250" y="0"/>
            <a:ext cx="1230920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>
            <p:ph type="title"/>
          </p:nvPr>
        </p:nvSpPr>
        <p:spPr>
          <a:xfrm>
            <a:off x="6457126" y="0"/>
            <a:ext cx="4056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Modelo Relacional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665402" y="2280441"/>
            <a:ext cx="108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Aplicación de escritorio: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Visual Studio 2022, .NET 9.0, Lenguaje C#.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665402" y="2689741"/>
            <a:ext cx="108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MySQL, hosteada con XAMPP.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641250" y="3176825"/>
            <a:ext cx="1137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Framework .Net 8.0, Integración con EF 7.0, Lenguaje C#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Distribuido en capas (Repository, Service, Controller)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Levantamiento de API mediante JSON, a través de ambiente Swagger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641250" y="4310400"/>
            <a:ext cx="1137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React 19.2, Framework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TailwindCSS 3.4.13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Libreria Axios(Consumo API)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922606" y="1843646"/>
            <a:ext cx="4990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los hitos significativos del proyecto 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874089" y="2769112"/>
            <a:ext cx="49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3" name="Google Shape;173;p11"/>
          <p:cNvGraphicFramePr/>
          <p:nvPr/>
        </p:nvGraphicFramePr>
        <p:xfrm>
          <a:off x="952500" y="28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{CF994B20-FE9D-48D5-9BE8-3733388F25DC}</a:tableStyleId>
              </a:tblPr>
              <a:tblGrid>
                <a:gridCol w="3094225"/>
                <a:gridCol w="7192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Fecha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Acción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02/10/2025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Presentación y entrega de documentos de la primera evaluación.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20/11/2025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Entrega de documentación Segunda entrega.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27/11/2025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Presentación del desarrollo del proyecto funcionando en su totalidad.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09/12/2025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Presentación del producto final con cambios.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>
            <p:ph type="title"/>
          </p:nvPr>
        </p:nvSpPr>
        <p:spPr>
          <a:xfrm>
            <a:off x="671244" y="827315"/>
            <a:ext cx="10515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pic>
        <p:nvPicPr>
          <p:cNvPr id="179" name="Google Shape;179;p12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325" y="2189975"/>
            <a:ext cx="7204176" cy="445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2"/>
          <p:cNvSpPr txBox="1"/>
          <p:nvPr/>
        </p:nvSpPr>
        <p:spPr>
          <a:xfrm>
            <a:off x="671250" y="1534750"/>
            <a:ext cx="97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Especificación de las Pruebas aplicadas al Sistema y Resultados Obtenidos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184d2ee4e_0_0"/>
          <p:cNvSpPr txBox="1"/>
          <p:nvPr>
            <p:ph type="title"/>
          </p:nvPr>
        </p:nvSpPr>
        <p:spPr>
          <a:xfrm>
            <a:off x="671244" y="827315"/>
            <a:ext cx="10515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sp>
        <p:nvSpPr>
          <p:cNvPr id="186" name="Google Shape;186;g39184d2ee4e_0_0"/>
          <p:cNvSpPr txBox="1"/>
          <p:nvPr/>
        </p:nvSpPr>
        <p:spPr>
          <a:xfrm>
            <a:off x="671250" y="1534750"/>
            <a:ext cx="97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Especificación de las Pruebas aplicadas al Sistema y Resultados Obtenidos </a:t>
            </a:r>
            <a:endParaRPr/>
          </a:p>
        </p:txBody>
      </p:sp>
      <p:pic>
        <p:nvPicPr>
          <p:cNvPr id="187" name="Google Shape;187;g39184d2ee4e_0_0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500" y="2138675"/>
            <a:ext cx="7369407" cy="45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/>
        </p:nvSpPr>
        <p:spPr>
          <a:xfrm>
            <a:off x="457158" y="864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o Resultado del Proyecto (Sistema)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903515" y="1647372"/>
            <a:ext cx="9670961" cy="333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obstáculos que se vivieron como equipo?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los evitaría para un próximo proyecto?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casos más complejos en desarrollar?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¿Perciben un crecimiento en su capacidad para desarrollar proyectos informáticos reales?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auto-aprendizajes que han logrado en el proceso?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Responder las Preguntas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